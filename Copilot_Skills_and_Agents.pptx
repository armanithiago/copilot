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112745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Skills &amp; Agents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84048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CLI Extension Architecture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Skills?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 instruction sets for Copilot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 in .github/skills/ directory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skill is a folder with SKILL.md file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when and how Copilot should assist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 Copilot to specialize in specific workflows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Skills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story-planner - Break features into user stories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skill-builder - Create and edit Copilot skills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- Generate presentations and slides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 - Conduct structured interviews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- Document persistent knowledge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tidy-up - TDD refactoring process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.github/ - Root directory for Copilot configuration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copilot-instructions.md - Global guidelines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tdd-instructions.md - Testing best practices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skills/ - Collection of specialized agent skills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commands/ - Custom command definitions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Planner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Breaks applications into vertical slices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user stories with acceptance criteria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Gherkin Given/When/Then format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Focuses on user outcomes (WHAT/WHY not HOW)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manual testing procedures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Builder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 for creating new Copilot skills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proper SKILL.md format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 naming conventions and structure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Covers converting Claude skills to Copilot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 validation checklist for skills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PowerPoint Skill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.pptx files programmatically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multiple slide types and layouts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tables, charts, and visualizations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Accepts JSON structure for presentation design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Enables quick pitch deck and report creation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Conducts structured deep interviews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Gathers comprehensive requirements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Asks clarifying questions progressively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Collects information for specifications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complete understanding before design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important project facts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Persists knowledge across sessions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codebase conventions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Records technical decisions and rationales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in CLAUDE.md file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Tidy Up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TDD-based refactoring process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Maintains code quality during changes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Follows test-driven development practices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Safely refactors production code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tests pass throughout refactoring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Invocation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mentions skill name in chat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detects relevant skill context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instructions are automatically loaded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follows skill's step-by-step process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helps structure the response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Format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YAML frontmatter: name and description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Clear when Copilot should use the skill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step-by-step instructions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and templates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checks or validation rules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Creating Skills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lowercase hyphenated names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clear, action-oriented descriptions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user outcomes, not implementation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 examples and templates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instructions under 400 lines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Location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skills: .github/skills/skill-name/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skills: ~/.copilot/skills/skill-name/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skill gets its own directory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SKILL.md is the main file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supporting files with clear names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Workflow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interview skill to gather requirements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story-planner to break into user stories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remember skill to document decisions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tidy-up skill for refactoring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powerpoint to present findings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extend Copilot's specialized capabilities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Located in .github/skills/ for project use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skill has clear SKILL.md format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Skills help structure complex workflows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create, share, and maintain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Skills &amp; Agents</dc:title>
  <dc:subject>Copilot Skills &amp; Agents</dc:subject>
  <dc:creator>GitHub Copilot CLI</dc:creator>
  <cp:lastModifiedBy>GitHub Copilot CLI</cp:lastModifiedBy>
  <cp:revision>1</cp:revision>
  <dcterms:created xsi:type="dcterms:W3CDTF">2026-01-18T23:54:23Z</dcterms:created>
  <dcterms:modified xsi:type="dcterms:W3CDTF">2026-01-18T23:54:23Z</dcterms:modified>
</cp:coreProperties>
</file>